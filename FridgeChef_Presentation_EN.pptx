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🍳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200400" y="388620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Kitchen 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Fridge Chef — AI-Powered Smart Kitchen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📋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is Fridge Chef?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 is an AI-powered mobile application that analyzes the ingredients in your refrigerator and generates personalized recipes.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Take a photo of your fridge or select from gallery → AI identifies ingredients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2.5 Flash API generates 10 unique recipe options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Select a recipe to get full step-by-step cooking instructions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Missing ingredients are automatically added to your shopping list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Nutritional values (protein, carbs, fat) are provided for every recipe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targets the problem of food waste and the daily "What should I cook?" challenge faced by millions of households.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&amp; 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FF7E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waste: ingredients expire before being used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fatigue: "What should I cook today?"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recipe variety for home cooks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pantry inventory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different dietary needs in a household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management is scattered and inefficient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ingredient detection via AI vision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diverse recipe suggestions per scan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&amp; cooking technique variety injection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pantry with expiry date tracking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restrictions &amp; allergy filtering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shopping list population from missing ingredients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⚙️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Core Technologies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React Native + Expo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framework. Expo SDK 54, Expo Router v6 for file-based navigation. TypeScript throughout.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2.5 Flash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model for image analysis and recipe generation. System instructions enforce strict JSON output and dietary guardrails.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(Google)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for user management. Firestore as NoSQL real-time database for recipes, pantry, shopping lists, and social feed.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EAS Build (Expo)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Application Services for cloud-based Android APK / iOS build pipeline. Preview builds distributed internally for testing.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Application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follows a layered service architecture: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app/        →  File-based routing (Expo Router). Screens, auth flows, tab navigation.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services/   →  Business logic layer. All external API calls are abstracted here.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context/    →  React Context for global state (Auth, Theme).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components/ →  Shared UI components (CookingModeSlider, ScreenBackground).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types/      →  Centralized TypeScript interface definitions.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constants/  →  Design tokens: colors, typography, spacing, shadows.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assets/     →  App icons (1024×1024), splash screen, favicon, adaptive icons.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Camera → Gemini API → Recipe Options Screen → Recipe Detail → Firestore (history/favorites)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📱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Screens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Application Screens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Screen (index.tsx)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CTA camera button, gallery picker, quick snack mode, seasonal suggestions card, daily calorie tracker, favorites/shopping shortcuts.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Camera Screen (camera.tsx)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preview using expo-camera. Captures image and compresses to 800px JPEG base64 for efficient AI transmission.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Recipe Picker (recipe-picker.tsx)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AI-generated recipe cards with cuisine, difficulty, calories, prep time. Swipe to refresh for new options. Tap to get full recipe.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Recipe Detail (recipe.tsx)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recipe. Nutrition info, Cooking Mode slider, ingredient substitution, recipe customization, calorie tracking.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Advanced Feature Screens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Smart Pantry (pantry.tsx)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pantry management with expiry date tracking. Color-coded freshness badges (green/yellow/red). Zero-waste recipe suggestions from expiring items.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Assistant (assistant.tsx)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chat with Gemini AI. Search recipes by name, ask cooking questions, get ingredient substitutions.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List (shopping.tsx)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shopping list auto-populated from missing recipe ingredients. Check off items, receipt OCR scanning to auto-add items.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Profile &amp; Settings (profile.tsx)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restrictions, allergies, fitness goals, kitchen equipment inventory, child mode, language selection, badge achievement system.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Additional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Favorites (favorites.tsx)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rate recipes (1-5 stars). Add personal notes. Filter by cuisine/category. Share to public Chef's Feed.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History (history.tsx)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Auto-recorded recipe history (last 20). Re-open any past recipe. One-tap "Cook again" from history.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Social Feed (feed.tsx)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Chef's Feed for sharing recipes. Like and comment on community recipes. Real-time updates via Firestore.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Guest Mode (guest.tsx)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meals for guests with different dietary restrictions. AI generates recipes compatible with ALL guest constraints simultaneously.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— Gemini Integration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Gemini AI Service (geminiService.ts)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is built around 10+ distinct Gemini API functions: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getRecipeOptionsFromImage()  — Analyzes fridge photo → returns 10 recipe option cards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getFullRecipeBySelection()   — Generates detailed recipe for selected option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getRecipeFromText()          — Text-based recipe search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getZeroWasteRecipeFromPantry() — Uses expiring pantry items first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getQuickSnackRecipes()       — Max 5-minute, 3-ingredient snack recipes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getLuckyRecipe()             — Surprise creative recipe with random cuisine/technique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getLeftoverRecipes()         — Transforms leftovers into new dishes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getGuestFriendlyRecipes()    — Recipes satisfying multiple guest dietary restrictions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getIngredientSubstitution()  — Suggests pantry-based ingredient swaps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customizeRecipe()            — Rewrites existing recipe based on user request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extractFoodItemsFromReceipt()— OCR receipt scanning to auto-populate pantry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 Safety &amp; Quality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5F3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Guardrails &amp; Safety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Non-food image detection: returns ERROR_NON_FOOD code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NonFoodImageError exception class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output enforcement (responseMimeType)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restriction injection into system instructions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blocking: "STRICTLY DO NOT USE" instructions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mode: hidden vegetables, low spice, fun shapes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Diversity &amp; Quality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cuisine pool: 14 world cuisines injected per request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cooking technique: 11 techniques rotated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 diversity: breakfast, lunch, dinner, snack, dessert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1.1 for options (high creativity)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0.7 for full recipe (focused accuracy)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normalization layer handles all field name variants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🔥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&amp; Data Architecture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Firestore Database Collections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252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users/{uid}/favorites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22529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recipes with ratings, notes, images — personal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0078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viewing history (last 20, auto-purged)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21284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94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users/{uid}/pantry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2494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pantry items with expiry 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72491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61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users/{uid}/shoppingList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7614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items (personal or family-shared)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3697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users/{uid}/leftovers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735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food items for zero-waste recipes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856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users/{uid}/dailyCalories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78561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calorie intake records (YYYY-MM-DD keys)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4261104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97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           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2976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badges, fitness goal, equipment, language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773168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97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families/{familyId}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80974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group with invite code for shared pantry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5285232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5321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globalFeed            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21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Chef's Feed posts with likes and comments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📁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Key Project Files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252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22529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configuration: icons, permissions, splash, plugins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0078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profiles: development, preview (APK),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21284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94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app/_layout.tsx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2494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layout: auth guard, theme provider, font loading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72491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61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app/(auth)/login.tsx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7614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login screen with Firebase 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3697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app/(auth)/register.tsx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735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 photo upload, preferences, allergies setup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856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app/(tabs)/_layout.tsx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78561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navigator: Home, Pantry, Assistant, Feed,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4261104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97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app/camera.tsx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2976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screen using expo-camera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773168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97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app/recipe-picker.tsx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80974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10-option recipe selection cards screen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5285232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5321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app/recipe.tsx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21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recipe detail + Cooking Mode (CookingModeSlider)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5797296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58338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services/geminiService.ts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583387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830-line AI service with 11 Gemini functions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630936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34593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services/firestoreService.ts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31920" y="634593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557-line Firestore CRUD service for all data models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682142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8580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services/authService.ts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68580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Auth: login, register, profile 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733348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73700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types/index.ts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0" y="737006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TypeScript interfaces: Recipe, UserProfile, PantryItem...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784555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78821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context/AuthContext.tsx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931920" y="78821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user auth state + Firestore profile sync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2880" y="835761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8394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context/ThemeContext.tsx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83941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mode theme provider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👤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Features Summary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Complete Feature List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Camera &amp; Gallery  →  Take fridge photo or pick from gallery; AI identifies all ingredients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10 Recipe Options  →  Diverse AI-generated options by cuisine, technique, and meal time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Cooking Mode  →  Step-by-step slide presentation with keep-awake screen lock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Smart Pantry  →  Virtual pantry with expiry tracking and zero-waste recipe mode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List  →  Auto-populated from missing ingredients; OCR receipt scanner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Favorites  →  Save, rate, note, filter, and share recipes to social feed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History  →  Last 20 recipes auto-recorded; one-tap re-cook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Assistant  →  Free-text recipe search and cooking chat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Chef's Feed  →  Public recipe sharing with likes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Family Mode  →  Shared pantry and shopping list via invite code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Guest Mode  →  Multi-constraint recipe planning for guests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Goals  →  Kilo ver / Kas kazan / Forma kal macro optimization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Badge System  →  10 achievement badges (First Chef, Zero Waste Master, etc.)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Snack Mode  →  5-minute, 3-ingredient recipes from pantry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Multi-language  →  Turkish, English, German output support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  →  Full light/dark theme support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⚡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Technical Implementation Details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(React Native)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 throughout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v6 file-based navigation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for auth + theme global state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 + expo-image-picker for media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expo-image-manipulator: resize to 800px + JPEG base64 compress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expo-linear-gradient for premium UI gradients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react-native-reanimated for smooth animations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 for expiry alerts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expo-speech-recognition for voice input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icons for Android (foreground + background layers)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with dynamic color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FF7E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Backend &amp;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@google/genai SDK for Gemini integration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mode (responseMimeType: application/json)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safeParseJson(): strips markdown code fences from AI output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normalizeRecipe(): maps 30+ field name variants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tuning: 1.1 (creative), 0.7 (precise), 0.2 (substitution)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with email/password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subcollections per user for privacy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sharing via invite codes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50-post global feed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cloud CI/CD pipeline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via .env + eas.json env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 &amp; Nutrition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Daily Calorie Tracking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Users can log meals with "I Ate This Today" button on any recipe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Firestore stores daily totals keyed by YYYY-MM-DD date string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Progress bar on home screen shows real-time daily consumption vs. goal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7-day calorie history chart in Health Report screen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Goal Integration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Goals: "Lose Weight" / "Gain Muscle" / "Stay Fit"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Goal is injected into Gemini system instructions for macro-optimized recipes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Protein targets, portion adjustments and calorie ranges adapted per goal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 Dietary Restrictions &amp; Allergies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Set during registration; editable in Profile at any time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Injected as CRITICAL rules in every AI prompt: allergens are blocked absolutely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Supports vegan, vegetarian, gluten-free, lactose-free, and custom restrictions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Nutrition Info Per Recipe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Every recipe includes estimated Protein / Carbohydrates / Fat values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Health Report screen (health-report.tsx) with weekly aggregated stats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🍳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 — AI-Powered Smart Kitchen 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Native · Expo · Google Gemini 2.5 Flash · Firebase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Fridge Chef - Project Presentation</dc:title>
  <dc:subject>AI-Powered Smart Kitchen Application</dc:subject>
  <dc:creator>Omer Yildiz</dc:creator>
  <cp:lastModifiedBy>Omer Yildiz</cp:lastModifiedBy>
  <cp:revision>1</cp:revision>
  <dcterms:created xsi:type="dcterms:W3CDTF">2026-06-21T23:49:35Z</dcterms:created>
  <dcterms:modified xsi:type="dcterms:W3CDTF">2026-06-21T23:49:35Z</dcterms:modified>
</cp:coreProperties>
</file>