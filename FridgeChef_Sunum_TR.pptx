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🍳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200400" y="388620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 Akıllı Mutfak Uygulaması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Fridge Chef — AI-Powered Smart Kitchen 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📋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Projeye Genel Bakış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Fridge Chef Nedir?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Chef, buzdolabınızdaki malzemeleri analiz ederek size kişiselleştirilmiş tarifler üreten yapay zeka destekli bir mobil uygulamadır.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Buzdolabınızın fotoğrafını çekin veya galeriden seçin → Yapay zeka malzemeleri tespit eder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2.5 Flash API'si 10 benzersiz tarif seçeneği üretir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Bir tarif seçin → Adım adım pişirme talimatlarını alın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Eksik malzemeler otomatik olarak alışveriş listesine eklenir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Her tarif için besin değerleri (protein, karbonhidrat, yağ) sunulur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Uygulama; milyonlarca hane tarafından yaşanan yiyecek israfı ve günlük "Bugün ne pişirsem?" sorununu çözmeyi hedeflemektedir.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 &amp; Çözüm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FF7E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Yiyecek israfı: malzemeler kullanılmadan bozuluyor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yorgunluğu: "Bugün ne pişirsem?"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yemeklerinde tarif çeşitliliği eksikliği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Kiler envanterini takip etmenin zorluğu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hanede farklı diyet ihtiyaçlarını yönetmek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Alışveriş listesi yönetimi dağınık ve verimsiz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Çözümümüz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tabanlı yapay zeka görüntü analizi ile malzeme tespiti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taramada 10 çeşitli tarif önerisi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Mutfak ve pişirme tekniği çeşitlendirme enjeksiyonu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kullanma tarihi takipli akıllı kiler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Diyet kısıtlamaları ve alerji filtreleme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malzemelerden otomatik alışveriş listesi oluşturma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⚙️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Yığını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Temel Teknolojiler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React Native + Expo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platform mobil framework. Expo SDK 54, dosya tabanlı navigasyon için Expo Router v6. Tüm proje boyunca TypeScript kullanımı.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2.5 Flash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analizi ve tarif üretimi için çok modlu yapay zeka modeli. Sistem talimatları katı JSON çıktısı ve diyet güvenlik duvarlarını zorunlu kılar.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(Google)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yönetimi için Firebase Authentication. Tarifler, kiler, alışveriş listeleri ve sosyal akış için Firestore NoSQL gerçek zamanlı veritabanı.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EAS Build (Expo)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tabanlı Android APK / iOS derleme hattı için Expo Application Services. Önizleme derlemeleri dahili test için dağıtılır.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Uygulama Mimarisi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katmanlı servis mimarisini takip eder: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app/        →  Dosya tabanlı yönlendirme (Expo Router). Ekranlar, kimlik doğrulama akışları, sekme navigasyonu.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services/   →  İş mantığı katmanı. Tüm harici API çağrıları burada soyutlanmıştır.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context/    →  Global durum için React Context (Auth, Tema).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components/ →  Paylaşılan UI bileşenleri (CookingModeSlider, ScreenBackground).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types/      →  Merkezi TypeScript arayüz tanımlamaları.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constants/  →  Tasarım token'ları: renkler, tipografi, boşluklar, gölgeler.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assets/     →  Uygulama ikonları (1024×1024), açılış ekranı, favicon, uyarlanabilir ikonlar.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Akışı: Kamera → Gemini API → Tarif Seçenekleri Ekranı → Tarif Detayı → Firestore (geçmiş/favoriler)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📱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 ve Ekranlar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Uygulama Ekranları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Ana Ekran (index.tsx)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kamera CTA butonu, galeri seçici, hızlı atıştırmalık modu, mevsimsel öneri kartı, günlük kalori takibcisi, favori/alışveriş kısayolları.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Kamera Ekranı (camera.tsx)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 kullanarak gerçek zamanlı kamera önizlemesi. Görüntüyü yakalar ve verimli yapay zeka iletimi için 800px JPEG base64'e sıkıştırır.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Tarif Seçici (recipe-picker.tsx)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Mutfak, zorluk, kalori, hazırlık süresi bilgileriyle 10 yapay zeka üretimi tarif kartı. Yeni seçenekler için kaydırın. Tam tarif için dokunun.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Tarif Detayı (recipe.tsx)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adım tam tarif. Besin bilgisi, Pişirme Modu kaydırıcısı, malzeme ikamesi, tarif özelleştirme, kalori takibi.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Gelişmiş Özellik Ekranları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Akıllı Kiler (pantry.tsx)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kullanma tarihi takipli sanal kiler yönetimi. Renk kodlu tazelik rozetleri (yeşil/sarı/kırmızı). Sona yaklaşan malzemelerden sıfır atık tarifi önerileri.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Yapay Zeka Asistanı (assistant.tsx)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yapay zekası ile serbest metin sohbeti. İsimle tarif arama, pişirme soruları sorma, malzeme ikame önerileri alma.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Alışveriş Listesi (shopping.tsx)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tarif malzemelerinden otomatik doldurulan akıllı alışveriş listesi. Ürünleri işaretleyin, fişi tarayarak malzemeleri otomatik ekleyin.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 ve Ayarlar (profile.tsx)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Diyet kısıtlamaları, alerjiler, fitness hedefleri, mutfak ekipmanı envanteri, çocuk modu, dil seçimi, rozet başarı sistemi.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Ek Özellikler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Favoriler (favorites.tsx)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Tarifleri kaydet ve puanla (1-5 yıldız). Kişisel notlar ekle. Mutfak/kategoriye göre filtrele. Halka açık Şef Akışına paylaş.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Geçmiş (history.tsx)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kaydedilen tarif geçmişi (son 20). Geçmişteki tarifleri yeniden açın. Geçmişten tek dokunuşla "Tekrar Pişir".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Sosyal Akış (feed.tsx)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paylaşımı için halka açık Şef Akışı. Topluluk tariflerini beğen. Firestore üzerinden gerçek zamanlı güncellemeler.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9050">
            <a:solidFill>
              <a:srgbClr val="E55B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Misafir Modu (guest.tsx)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43434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diyet kısıtlamalarına sahip misafirler için yemek planlama. Yapay zeka, TÜM misafir kısıtlamalarıyla aynı anda uyumlu tarifler üretir.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Motoru — Gemini Entegrasyonu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Gemini Yapay Zeka Servisi (geminiService.ts)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motoru 10'dan fazla farklı Gemini API fonksiyonu üzerine inşa edilmiştir: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getRecipeOptionsFromImage()       — Buzdolabı fotoğrafını analiz eder → 10 tarif seçenek kartı döndürür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getFullRecipeBySelection()        — Seçilen seçenek için detaylı tarif üretir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getRecipeFromText()               — Metin tabanlı tarif arama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getZeroWasteRecipeFromPantry()    — Önce sona yaklaşan kiler malzemelerini kullanır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getQuickSnackRecipes()            — Maksimum 5 dakika, 3 malzeme atıştırmalık tarifleri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getLuckyRecipe()                  — Rastgele mutfak/teknik ile sürpriz yaratıcı tarif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getLeftoverRecipes()              — Artanları yeni yemeklere dönüştürür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getGuestFriendlyRecipes()         — Birden fazla misafir diyet kısıtlamasını karşılayan tarifler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getIngredientSubstitution()       — Kiler tabanlı malzeme ikame önerileri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customizeRecipe()                 — Mevcut tarifi kullanıcı isteğine göre yeniden yazar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extractFoodItemsFromReceipt()     — OCR fiş tarama ile kileri otomatik doldurur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Yapay Zeka Güvenliği ve Kalite Özellikleri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5F3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Güvenlik Duvarları ve Güvenlik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Gıda dışı görüntü tespiti: ERROR_NON_FOOD kodu döndürür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NonFoodImageError istisna sınıfı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 JSON çıktı zorunluluğu (responseMimeType)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talimatlarına diyet kısıtlaması enjeksiyonu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Alerjen engelleme: "KESİNLİKLE KULLANMA" talimatları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Çocuk modu: gizli sebzeler, az baharatlı, eğlenceli şekiller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Çeşitlilik ve Kalite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mutfak havuzu: her istekte 14 dünya mutfağından biri enjekte edilir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pişirme tekniği: 11 teknik rotasyonu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Öğün zamanı çeşitliliği: kahvaltı, öğle, akşam, atıştırmalık, tatlı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Seçenekler için Temperature 1.1 (yüksek yaratıcılık)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tarif için Temperature 0.7 (odaklı doğruluk)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normalizasyon katmanı 30'dan fazla alan adı varyantını işler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🔥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ve Veri Mimarisi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Firestore Veritabanı Koleksiyonları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252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users/{uid}/favorites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22529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Puanlar, notlar ve görsellerle kaydedilen tarifler — kişisel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0078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görüntüleme geçmişi (son 20, otomatik temizleme)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21284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94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users/{uid}/pantry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2494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kullanma tarihleriyle sanal kiler öğeleri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72491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61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users/{uid}/shoppingList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7614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Alışveriş listesi öğeleri (kişisel veya aile paylaşımlı)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3697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users/{uid}/leftovers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735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atık tarifler için artan yemek öğeleri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856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users/{uid}/dailyCalories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78561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kalori alım kayıtları (YYYY-AA-GG anahtarları)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4261104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97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           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2976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rozetler, fitness hedefi, ekipman, dil tercihleri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773168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97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families/{familyId}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80974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kiler için davet kodlu aile grubu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5285232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5321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globalFeed            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21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 ve yorumlu halka açık Şef Akışı paylaşımları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📁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Dosya Yapısı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Temel Proje Dosyaları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252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22529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yapılandırması: ikonlar, izinler, açılış ekranı, eklentiler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70078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373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profilleri: geliştirme, önizleme (APK), üretim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21284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24942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app/_layout.tsx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24942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Kök düzen: kimlik doğrulama koruması, tema sağlayıcısı, yazı tipi yükleme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72491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6148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app/(auth)/login.tsx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76148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ile e-posta/şifre giriş ekranı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23697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735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app/(auth)/register.tsx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27355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Kayıt: fotoğraf yükleme, tercih ve alerji kurulumu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78561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app/(tabs)/_layout.tsx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378561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sekme navigatörü: Ana, Kiler, Asistan, Akış, Geçmiş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4261104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97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app/camera.tsx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429768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expo-camera kullanan canlı kamera ekranı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4773168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8097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app/recipe-picker.tsx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80974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seçenekli tarif seçim kartları ekranı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" y="5285232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53218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app/recipe.tsx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0" y="5321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tarif detayı + Pişirme Modu (CookingModeSlider)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5797296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583387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services/geminiService.ts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0" y="583387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Gemini fonksiyonuyla 830 satırlık yapay zeka servisi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6309360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34593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services/firestoreService.ts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31920" y="6345936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veri modelleri için 557 satırlık Firestore CRUD servisi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6821424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8580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services/authService.ts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685800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Auth: giriş, kayıt, profil yönetimi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7333488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73700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types/index.ts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31920" y="7370064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TypeScript arayüzleri: Recipe, UserProfile, PantryItem...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2880" y="7845552"/>
            <a:ext cx="8778240" cy="475488"/>
          </a:xfrm>
          <a:prstGeom prst="rect">
            <a:avLst>
              <a:gd name="adj" fmla="val 15385"/>
            </a:avLst>
          </a:prstGeom>
          <a:solidFill>
            <a:srgbClr val="1F1F35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788212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context/AuthContext.tsx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931920" y="78821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kullanıcı kimlik doğrulama durumu + Firestore profil senkronizasyonu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2880" y="8357616"/>
            <a:ext cx="8778240" cy="475488"/>
          </a:xfrm>
          <a:prstGeom prst="rect">
            <a:avLst>
              <a:gd name="adj" fmla="val 15385"/>
            </a:avLst>
          </a:prstGeom>
          <a:solidFill>
            <a:srgbClr val="23233E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8394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context/ThemeContext.tsx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931920" y="839419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Açık/Koyu mod tema sağlayıcısı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👤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Kullanıcıya Yönelik Özellikler Özeti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Tam Özellik Listesi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Kamera ve Galeri  →  Buzdolabı fotoğrafı çekin veya galeriden seçin; yapay zeka tüm malzemeleri tespit eder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10 Tarif Seçeneği  →  Mutfak, teknik ve öğün zamanına göre çeşitli yapay zeka üretimi seçenekler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 Pişirme Modu  →  Ekran kilidini açık tutan, adım adım slayt sunumu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Akıllı Kiler  →  Son kullanma tarihi takipli sanal kiler ve sıfır atık tarif modu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Alışveriş Listesi  →  Eksik malzemelerden otomatik doldurulan; OCR fiş tarayıcı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Favoriler  →  Tarifleri kaydet, puanla, not ekle, filtrele ve sosyal akışta paylaş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Geçmiş  →  Son 20 tarif otomatik kaydedilir; tek dokunuşla yeniden pişir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Yapay Zeka Asistanı  →  Serbest metin tarif arama ve pişirme sohbeti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Şef Akışı  →  Beğeni ile halka açık tarif paylaşımı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Aile Modu  →  Davet kodu aracılığıyla paylaşılan kiler ve alışveriş listesi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Misafir Modu  →  Misafirler için çoklu kısıtlama yemek planlaması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Hedefleri  →  Kilo ver / Kas kazan / Forma kal makro optimizasyonu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Rozet Sistemi  →  10 başarı rozeti (İlk Şef, Sıfır Atık Ustası vb.)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Hızlı Atıştırmalık Modu  →  Kilerden 5 dakikalık, 3 malzemeli tarifler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Çok Dil Desteği  →  Türkçe, İngilizce, Almanca çıktı desteği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Koyu Mod  →  Tam açık/koyu tema desteği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⚡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Öne Çıkanlar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466344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Teknik Uygulama Detayları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5B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 (React Native)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proje boyunca TypeScript katı modu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Router v6 dosya tabanlı navigasyon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ve tema global durumu için React Context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 için expo-camera + expo-image-picker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expo-image-manipulator: 800px yeniden boyutlandırma + JPEG base64 sıkıştırma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 gradyanları için expo-linear-gradient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Akıcı animasyonlar için react-native-reanimated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kullanma uyarıları için expo-notifications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Sesli giriş için expo-speech-recognition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için uyarlanabilir ikonlar (ön plan + arka plan katmanları)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renk token'larıyla Koyu/Açık tema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FFF7E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Backend ve Yapay Zeka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3749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entegrasyonu için @google/genai SDK'sı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 JSON modu (responseMimeType: application/json)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safeParseJson(): yapay zeka çıktısından markdown kod bloklarını temizler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normalizeRecipe(): 30'dan fazla alan adı varyantını eşler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Sıcaklık ayarı: 1.1 (yaratıcı), 0.7 (hassas), 0.2 (ikame)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E-posta/şifre ile Firebase Auth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Gizlilik için kullanıcı başına Firestore alt koleksiyonları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Davet kodları aracılığıyla aile paylaşımı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50 gönderili global akış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Build bulut CI/CD hattı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ve eas.json env enjeksiyonu ile ortam değişkenleri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20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8288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Sağlık ve Beslenme Özellikleri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Günlük Kalori Takibi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Kullanıcılar herhangi bir tarifte "Bugün Yedim" butonu ile öğün kaydedebilir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Firestore günlük toplamları YYYY-AA-GG tarih dizesi anahtarıyla saklar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Ana ekrandaki ilerleme çubuğu günlük tüketimi hedefe karşı gerçek zamanlı gösterir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Sağlık Raporu ekranında 7 günlük kalori geçmişi grafiği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Fitness Hedefi Entegrasyonu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Hedefler: "Kilo Ver" / "Kas Kazan" / "Forma Kal"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Hedef, makro optimize edilmiş tarifler için Gemini sistem talimatlarına enjekte edilir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Protein hedefleri, porsiyon ayarlamaları ve kalori aralıkları hedefe göre uyarlanır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 Diyet Kısıtlamaları ve Alerjiler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Kayıt sırasında ayarlanır; profilde istediğiniz zaman düzenlenebilir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Her yapay zeka isteğine KRİTİK kurallar olarak enjekte edilir: alerjenler kesinlikle engellenir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Vegan, vejetaryen, glütensiz, laktoz içermeyen ve özel kısıtlamaları destekler</a:t>
            </a:r>
            <a:endParaRPr lang="en-US" sz="1500" dirty="0"/>
          </a:p>
          <a:p>
            <a:pPr>
              <a:spcAft>
                <a:spcPts val="800"/>
              </a:spcAft>
            </a:pP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Tarif Başına Besin Bilgisi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Her tarif tahmini Protein / Karbonhidrat / Yağ değerlerini içerir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Haftalık toplu istatistiklerle Sağlık Raporu ekranı (health-report.tsx)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Fridge Chef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48272"/>
            <a:ext cx="12192000" cy="109728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🍳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E55B1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Chef — Yapay Zeka Destekli Akıllı Mutfak Uygulaması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· Google Gemini 2.5 Flash · Firebase ile geliştirildi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Fridge Chef - Proje Sunumu</dc:title>
  <dc:subject>Yapay Zeka Destekli Akıllı Mutfak Uygulaması</dc:subject>
  <dc:creator>Ömer Yıldız</dc:creator>
  <cp:lastModifiedBy>Ömer Yıldız</cp:lastModifiedBy>
  <cp:revision>1</cp:revision>
  <dcterms:created xsi:type="dcterms:W3CDTF">2026-06-21T23:49:35Z</dcterms:created>
  <dcterms:modified xsi:type="dcterms:W3CDTF">2026-06-21T23:49:35Z</dcterms:modified>
</cp:coreProperties>
</file>